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IVORY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625" y="58304"/>
            <a:ext cx="415626" cy="371688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5400000">
            <a:off x="415626" y="58304"/>
            <a:ext cx="255209" cy="371688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5834" y="72880"/>
            <a:ext cx="350001" cy="33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66674" y="102032"/>
            <a:ext cx="5651055" cy="33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基于分层强化学习的FMCW雷达抗干扰策略优化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135440" y="102032"/>
            <a:ext cx="1801046" cy="32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计划与进度安排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625" y="466431"/>
            <a:ext cx="12053153" cy="2915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6255" y="736087"/>
            <a:ext cx="8071894" cy="4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实验闭环已经完成，当前任务是沉淀论文并完成答辩验收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222924" y="1268111"/>
            <a:ext cx="5760430" cy="34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4D50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研究工作由算法验证阶段转入成果固化与答辩交付阶段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4793" y="2193685"/>
            <a:ext cx="11265651" cy="3381628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793" y="2193685"/>
            <a:ext cx="3806259" cy="3381628"/>
          </a:xfrm>
          <a:prstGeom prst="roundRect">
            <a:avLst/>
          </a:prstGeom>
          <a:solidFill>
            <a:srgbClr val="E4EDF6">
              <a:alpha val="82000"/>
            </a:srgbClr>
          </a:solidFill>
          <a:ln w="12700">
            <a:solidFill>
              <a:srgbClr val="E4ED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35426" y="2193685"/>
            <a:ext cx="4229177" cy="3381628"/>
          </a:xfrm>
          <a:prstGeom prst="roundRect">
            <a:avLst/>
          </a:prstGeom>
          <a:solidFill>
            <a:srgbClr val="EDF3F8">
              <a:alpha val="85000"/>
            </a:srgbClr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1893" y="2193685"/>
            <a:ext cx="3988551" cy="3381628"/>
          </a:xfrm>
          <a:prstGeom prst="roundRect">
            <a:avLst/>
          </a:prstGeom>
          <a:solidFill>
            <a:srgbClr val="E8F0F7">
              <a:alpha val="85000"/>
            </a:srgbClr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05215" y="2222837"/>
            <a:ext cx="2318755" cy="3644"/>
          </a:xfrm>
          <a:prstGeom prst="line">
            <a:avLst/>
          </a:prstGeom>
          <a:noFill/>
          <a:ln w="69850">
            <a:solidFill>
              <a:srgbClr val="A7AF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5400000">
            <a:off x="4958345" y="2113518"/>
            <a:ext cx="226042" cy="225928"/>
          </a:xfrm>
          <a:prstGeom prst="triangle">
            <a:avLst/>
          </a:prstGeom>
          <a:solidFill>
            <a:srgbClr val="A7AFB8"/>
          </a:solidFill>
          <a:ln w="12700">
            <a:solidFill>
              <a:srgbClr val="A7AFB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7307" y="2222837"/>
            <a:ext cx="2238547" cy="3644"/>
          </a:xfrm>
          <a:prstGeom prst="line">
            <a:avLst/>
          </a:prstGeom>
          <a:noFill/>
          <a:ln w="69850">
            <a:solidFill>
              <a:srgbClr val="A7AF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8822937" y="2113518"/>
            <a:ext cx="226042" cy="225928"/>
          </a:xfrm>
          <a:prstGeom prst="triangle">
            <a:avLst/>
          </a:prstGeom>
          <a:solidFill>
            <a:srgbClr val="A7AFB8"/>
          </a:solidFill>
          <a:ln w="12700">
            <a:solidFill>
              <a:srgbClr val="A7AFB8">
                <a:alpha val="0"/>
              </a:srgbClr>
            </a:solidFill>
            <a:prstDash val="solid"/>
          </a:ln>
        </p:spPr>
      </p:sp>
      <p:pic>
        <p:nvPicPr>
          <p:cNvPr id="18" name="Image 0" descr="stage_complete_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6670" y="1617934"/>
            <a:ext cx="1225003" cy="1224383"/>
          </a:xfrm>
          <a:prstGeom prst="rect">
            <a:avLst/>
          </a:prstGeom>
        </p:spPr>
      </p:pic>
      <p:pic>
        <p:nvPicPr>
          <p:cNvPr id="19" name="Image 1" descr="stage_writing_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179" y="1617934"/>
            <a:ext cx="1210419" cy="1224383"/>
          </a:xfrm>
          <a:prstGeom prst="rect">
            <a:avLst/>
          </a:prstGeom>
        </p:spPr>
      </p:pic>
      <p:pic>
        <p:nvPicPr>
          <p:cNvPr id="20" name="Image 2" descr="stage_defense_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9397" y="1617934"/>
            <a:ext cx="1210419" cy="123167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23962" y="2871469"/>
            <a:ext cx="1225003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已完成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5454179" y="2871469"/>
            <a:ext cx="1210419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进行中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9107313" y="2871469"/>
            <a:ext cx="1421878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下一阶段</a:t>
            </a:r>
            <a:endParaRPr lang="en-US" sz="2400" dirty="0"/>
          </a:p>
        </p:txBody>
      </p:sp>
      <p:sp>
        <p:nvSpPr>
          <p:cNvPr id="24" name="Shape 19"/>
          <p:cNvSpPr/>
          <p:nvPr/>
        </p:nvSpPr>
        <p:spPr>
          <a:xfrm>
            <a:off x="940627" y="3308748"/>
            <a:ext cx="2391672" cy="3644"/>
          </a:xfrm>
          <a:prstGeom prst="line">
            <a:avLst/>
          </a:prstGeom>
          <a:noFill/>
          <a:ln w="10160">
            <a:solidFill>
              <a:srgbClr val="062B5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11460" y="3272308"/>
            <a:ext cx="72917" cy="72880"/>
          </a:xfrm>
          <a:prstGeom prst="ellips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288549" y="3272308"/>
            <a:ext cx="72917" cy="72880"/>
          </a:xfrm>
          <a:prstGeom prst="ellips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863553" y="3308748"/>
            <a:ext cx="2391672" cy="3644"/>
          </a:xfrm>
          <a:prstGeom prst="line">
            <a:avLst/>
          </a:prstGeom>
          <a:noFill/>
          <a:ln w="10160">
            <a:solidFill>
              <a:srgbClr val="062B5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834386" y="3272308"/>
            <a:ext cx="72917" cy="72880"/>
          </a:xfrm>
          <a:prstGeom prst="ellips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211475" y="3272308"/>
            <a:ext cx="72917" cy="72880"/>
          </a:xfrm>
          <a:prstGeom prst="ellips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626062" y="3308748"/>
            <a:ext cx="2391672" cy="3644"/>
          </a:xfrm>
          <a:prstGeom prst="line">
            <a:avLst/>
          </a:prstGeom>
          <a:noFill/>
          <a:ln w="10160">
            <a:solidFill>
              <a:srgbClr val="062B5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596895" y="3272308"/>
            <a:ext cx="72917" cy="72880"/>
          </a:xfrm>
          <a:prstGeom prst="ellips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10973984" y="3272308"/>
            <a:ext cx="72917" cy="72880"/>
          </a:xfrm>
          <a:prstGeom prst="ellips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1385420" y="3374340"/>
            <a:ext cx="1502087" cy="28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实验全部完成</a:t>
            </a:r>
            <a:endParaRPr lang="en-US" sz="1550" dirty="0"/>
          </a:p>
        </p:txBody>
      </p:sp>
      <p:sp>
        <p:nvSpPr>
          <p:cNvPr id="34" name="Text 29"/>
          <p:cNvSpPr/>
          <p:nvPr/>
        </p:nvSpPr>
        <p:spPr>
          <a:xfrm>
            <a:off x="5308346" y="3374340"/>
            <a:ext cx="1502087" cy="28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正在撰写论文</a:t>
            </a:r>
            <a:endParaRPr lang="en-US" sz="1550" dirty="0"/>
          </a:p>
        </p:txBody>
      </p:sp>
      <p:sp>
        <p:nvSpPr>
          <p:cNvPr id="35" name="Text 30"/>
          <p:cNvSpPr/>
          <p:nvPr/>
        </p:nvSpPr>
        <p:spPr>
          <a:xfrm>
            <a:off x="8968771" y="3374340"/>
            <a:ext cx="1706254" cy="28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答辩准备与验收</a:t>
            </a:r>
            <a:endParaRPr lang="en-US" sz="1550" dirty="0"/>
          </a:p>
        </p:txBody>
      </p:sp>
      <p:pic>
        <p:nvPicPr>
          <p:cNvPr id="36" name="Image 3" descr="done_icon_0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336" y="3687724"/>
            <a:ext cx="335417" cy="32796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385420" y="3673148"/>
            <a:ext cx="2129172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FMCW建模与仿真环境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838544" y="4030259"/>
            <a:ext cx="2639590" cy="3644"/>
          </a:xfrm>
          <a:prstGeom prst="line">
            <a:avLst/>
          </a:prstGeom>
          <a:noFill/>
          <a:ln w="6985">
            <a:solidFill>
              <a:srgbClr val="A9B1BA"/>
            </a:solidFill>
            <a:prstDash val="solid"/>
          </a:ln>
        </p:spPr>
      </p:sp>
      <p:pic>
        <p:nvPicPr>
          <p:cNvPr id="39" name="Image 4" descr="done_icon_1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336" y="4059411"/>
            <a:ext cx="335417" cy="32796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385420" y="4044835"/>
            <a:ext cx="2129172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Double DQN+GRU执行层</a:t>
            </a:r>
            <a:endParaRPr lang="en-US" sz="1300" dirty="0"/>
          </a:p>
        </p:txBody>
      </p:sp>
      <p:sp>
        <p:nvSpPr>
          <p:cNvPr id="41" name="Shape 34"/>
          <p:cNvSpPr/>
          <p:nvPr/>
        </p:nvSpPr>
        <p:spPr>
          <a:xfrm>
            <a:off x="838544" y="4401947"/>
            <a:ext cx="2639590" cy="3644"/>
          </a:xfrm>
          <a:prstGeom prst="line">
            <a:avLst/>
          </a:prstGeom>
          <a:noFill/>
          <a:ln w="6985">
            <a:solidFill>
              <a:srgbClr val="A9B1BA"/>
            </a:solidFill>
            <a:prstDash val="solid"/>
          </a:ln>
        </p:spPr>
      </p:sp>
      <p:pic>
        <p:nvPicPr>
          <p:cNvPr id="42" name="Image 5" descr="done_icon_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336" y="4423811"/>
            <a:ext cx="335417" cy="32796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385420" y="4409235"/>
            <a:ext cx="2129172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Meta-RF元策略</a:t>
            </a:r>
            <a:endParaRPr lang="en-US" sz="1300" dirty="0"/>
          </a:p>
        </p:txBody>
      </p:sp>
      <p:sp>
        <p:nvSpPr>
          <p:cNvPr id="44" name="Shape 36"/>
          <p:cNvSpPr/>
          <p:nvPr/>
        </p:nvSpPr>
        <p:spPr>
          <a:xfrm>
            <a:off x="838544" y="4766346"/>
            <a:ext cx="2639590" cy="3644"/>
          </a:xfrm>
          <a:prstGeom prst="line">
            <a:avLst/>
          </a:prstGeom>
          <a:noFill/>
          <a:ln w="6985">
            <a:solidFill>
              <a:srgbClr val="A9B1BA"/>
            </a:solidFill>
            <a:prstDash val="solid"/>
          </a:ln>
        </p:spPr>
      </p:sp>
      <p:pic>
        <p:nvPicPr>
          <p:cNvPr id="45" name="Image 6" descr="done_icon_3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336" y="4788210"/>
            <a:ext cx="335417" cy="313384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385420" y="4773634"/>
            <a:ext cx="2129172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全部对比与动态跳频实验</a:t>
            </a:r>
            <a:endParaRPr lang="en-US" sz="1300" dirty="0"/>
          </a:p>
        </p:txBody>
      </p:sp>
      <p:sp>
        <p:nvSpPr>
          <p:cNvPr id="47" name="Shape 38"/>
          <p:cNvSpPr/>
          <p:nvPr/>
        </p:nvSpPr>
        <p:spPr>
          <a:xfrm>
            <a:off x="838544" y="5130746"/>
            <a:ext cx="2639590" cy="3644"/>
          </a:xfrm>
          <a:prstGeom prst="line">
            <a:avLst/>
          </a:prstGeom>
          <a:noFill/>
          <a:ln w="6985">
            <a:solidFill>
              <a:srgbClr val="A9B1BA"/>
            </a:solidFill>
            <a:prstDash val="solid"/>
          </a:ln>
        </p:spPr>
      </p:sp>
      <p:pic>
        <p:nvPicPr>
          <p:cNvPr id="48" name="Image 7" descr="done_icon_4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336" y="5145322"/>
            <a:ext cx="335417" cy="32796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1385420" y="5130746"/>
            <a:ext cx="2129172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实验分析与专利材料</a:t>
            </a:r>
            <a:endParaRPr lang="en-US" sz="1300" dirty="0"/>
          </a:p>
        </p:txBody>
      </p:sp>
      <p:pic>
        <p:nvPicPr>
          <p:cNvPr id="50" name="Image 8" descr="doing_icon_0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9594" y="3789756"/>
            <a:ext cx="386459" cy="320672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5308346" y="3775180"/>
            <a:ext cx="2041671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统一技术主线与章节衔接</a:t>
            </a:r>
            <a:endParaRPr lang="en-US" sz="1300" dirty="0"/>
          </a:p>
        </p:txBody>
      </p:sp>
      <p:sp>
        <p:nvSpPr>
          <p:cNvPr id="52" name="Shape 41"/>
          <p:cNvSpPr/>
          <p:nvPr/>
        </p:nvSpPr>
        <p:spPr>
          <a:xfrm>
            <a:off x="4637511" y="4205171"/>
            <a:ext cx="2705215" cy="3644"/>
          </a:xfrm>
          <a:prstGeom prst="line">
            <a:avLst/>
          </a:prstGeom>
          <a:noFill/>
          <a:ln w="6985">
            <a:solidFill>
              <a:srgbClr val="A9B1BA"/>
            </a:solidFill>
            <a:prstDash val="solid"/>
          </a:ln>
        </p:spPr>
      </p:sp>
      <p:pic>
        <p:nvPicPr>
          <p:cNvPr id="53" name="Image 9" descr="doing_icon_1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9594" y="4307203"/>
            <a:ext cx="386459" cy="342536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5308346" y="4292627"/>
            <a:ext cx="2041671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整理实验图表与结果讨论</a:t>
            </a:r>
            <a:endParaRPr lang="en-US" sz="1300" dirty="0"/>
          </a:p>
        </p:txBody>
      </p:sp>
      <p:sp>
        <p:nvSpPr>
          <p:cNvPr id="55" name="Shape 43"/>
          <p:cNvSpPr/>
          <p:nvPr/>
        </p:nvSpPr>
        <p:spPr>
          <a:xfrm>
            <a:off x="4637511" y="4722618"/>
            <a:ext cx="2705215" cy="3644"/>
          </a:xfrm>
          <a:prstGeom prst="line">
            <a:avLst/>
          </a:prstGeom>
          <a:noFill/>
          <a:ln w="6985">
            <a:solidFill>
              <a:srgbClr val="A9B1BA"/>
            </a:solidFill>
            <a:prstDash val="solid"/>
          </a:ln>
        </p:spPr>
      </p:sp>
      <p:pic>
        <p:nvPicPr>
          <p:cNvPr id="56" name="Image 10" descr="doing_icon_2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9594" y="4839226"/>
            <a:ext cx="371876" cy="400840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5308346" y="4824650"/>
            <a:ext cx="2041671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补充局限性与工程实时性</a:t>
            </a:r>
            <a:endParaRPr lang="en-US" sz="1300" dirty="0"/>
          </a:p>
        </p:txBody>
      </p:sp>
      <p:pic>
        <p:nvPicPr>
          <p:cNvPr id="58" name="Image 11" descr="next_icon_0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53145" y="3709588"/>
            <a:ext cx="342709" cy="364400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9129188" y="3695012"/>
            <a:ext cx="2085422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完成论文定稿与材料提交</a:t>
            </a:r>
            <a:endParaRPr lang="en-US" sz="1300" dirty="0"/>
          </a:p>
        </p:txBody>
      </p:sp>
      <p:sp>
        <p:nvSpPr>
          <p:cNvPr id="60" name="Shape 46"/>
          <p:cNvSpPr/>
          <p:nvPr/>
        </p:nvSpPr>
        <p:spPr>
          <a:xfrm>
            <a:off x="8458353" y="4146867"/>
            <a:ext cx="2800007" cy="3644"/>
          </a:xfrm>
          <a:prstGeom prst="line">
            <a:avLst/>
          </a:prstGeom>
          <a:noFill/>
          <a:ln w="6985">
            <a:solidFill>
              <a:srgbClr val="A9B1BA"/>
            </a:solidFill>
            <a:prstDash val="solid"/>
          </a:ln>
        </p:spPr>
      </p:sp>
      <p:pic>
        <p:nvPicPr>
          <p:cNvPr id="61" name="Image 12" descr="next_icon_1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53145" y="4205171"/>
            <a:ext cx="371876" cy="306096"/>
          </a:xfrm>
          <a:prstGeom prst="rect">
            <a:avLst/>
          </a:prstGeom>
        </p:spPr>
      </p:pic>
      <p:sp>
        <p:nvSpPr>
          <p:cNvPr id="62" name="Text 47"/>
          <p:cNvSpPr/>
          <p:nvPr/>
        </p:nvSpPr>
        <p:spPr>
          <a:xfrm>
            <a:off x="9129188" y="4190595"/>
            <a:ext cx="2085422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迭代答辩演示</a:t>
            </a:r>
            <a:endParaRPr lang="en-US" sz="1300" dirty="0"/>
          </a:p>
        </p:txBody>
      </p:sp>
      <p:sp>
        <p:nvSpPr>
          <p:cNvPr id="63" name="Shape 48"/>
          <p:cNvSpPr/>
          <p:nvPr/>
        </p:nvSpPr>
        <p:spPr>
          <a:xfrm>
            <a:off x="8458353" y="4642451"/>
            <a:ext cx="2800007" cy="3644"/>
          </a:xfrm>
          <a:prstGeom prst="line">
            <a:avLst/>
          </a:prstGeom>
          <a:noFill/>
          <a:ln w="6985">
            <a:solidFill>
              <a:srgbClr val="A9B1BA"/>
            </a:solidFill>
            <a:prstDash val="solid"/>
          </a:ln>
        </p:spPr>
      </p:sp>
      <p:pic>
        <p:nvPicPr>
          <p:cNvPr id="64" name="Image 13" descr="next_icon_2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53145" y="4613299"/>
            <a:ext cx="401043" cy="327960"/>
          </a:xfrm>
          <a:prstGeom prst="rect">
            <a:avLst/>
          </a:prstGeom>
        </p:spPr>
      </p:pic>
      <p:sp>
        <p:nvSpPr>
          <p:cNvPr id="65" name="Text 49"/>
          <p:cNvSpPr/>
          <p:nvPr/>
        </p:nvSpPr>
        <p:spPr>
          <a:xfrm>
            <a:off x="9129188" y="4598723"/>
            <a:ext cx="2085422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预演与问题准备</a:t>
            </a:r>
            <a:endParaRPr lang="en-US" sz="1300" dirty="0"/>
          </a:p>
        </p:txBody>
      </p:sp>
      <p:sp>
        <p:nvSpPr>
          <p:cNvPr id="66" name="Shape 50"/>
          <p:cNvSpPr/>
          <p:nvPr/>
        </p:nvSpPr>
        <p:spPr>
          <a:xfrm>
            <a:off x="8458353" y="5050578"/>
            <a:ext cx="2800007" cy="3644"/>
          </a:xfrm>
          <a:prstGeom prst="line">
            <a:avLst/>
          </a:prstGeom>
          <a:noFill/>
          <a:ln w="6985">
            <a:solidFill>
              <a:srgbClr val="A9B1BA"/>
            </a:solidFill>
            <a:prstDash val="solid"/>
          </a:ln>
        </p:spPr>
      </p:sp>
      <p:pic>
        <p:nvPicPr>
          <p:cNvPr id="67" name="Image 14" descr="next_icon_3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53145" y="5036002"/>
            <a:ext cx="364584" cy="378976"/>
          </a:xfrm>
          <a:prstGeom prst="rect">
            <a:avLst/>
          </a:prstGeom>
        </p:spPr>
      </p:pic>
      <p:sp>
        <p:nvSpPr>
          <p:cNvPr id="68" name="Text 51"/>
          <p:cNvSpPr/>
          <p:nvPr/>
        </p:nvSpPr>
        <p:spPr>
          <a:xfrm>
            <a:off x="9129188" y="5021426"/>
            <a:ext cx="2085422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完成答辩验收</a:t>
            </a:r>
            <a:endParaRPr lang="en-US" sz="1300" dirty="0"/>
          </a:p>
        </p:txBody>
      </p:sp>
      <p:sp>
        <p:nvSpPr>
          <p:cNvPr id="69" name="Shape 52"/>
          <p:cNvSpPr/>
          <p:nvPr/>
        </p:nvSpPr>
        <p:spPr>
          <a:xfrm>
            <a:off x="444793" y="5626329"/>
            <a:ext cx="11265651" cy="736087"/>
          </a:xfrm>
          <a:prstGeom prst="roundRect">
            <a:avLst/>
          </a:prstGeom>
          <a:solidFill>
            <a:srgbClr val="0A3767"/>
          </a:solidFill>
          <a:ln w="12700">
            <a:solidFill>
              <a:srgbClr val="0A3767">
                <a:alpha val="0"/>
              </a:srgbClr>
            </a:solidFill>
            <a:prstDash val="solid"/>
          </a:ln>
        </p:spPr>
      </p:sp>
      <p:pic>
        <p:nvPicPr>
          <p:cNvPr id="70" name="Image 15" descr="conclusion_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1044" y="5691921"/>
            <a:ext cx="692710" cy="597615"/>
          </a:xfrm>
          <a:prstGeom prst="rect">
            <a:avLst/>
          </a:prstGeom>
        </p:spPr>
      </p:pic>
      <p:sp>
        <p:nvSpPr>
          <p:cNvPr id="71" name="Shape 53"/>
          <p:cNvSpPr/>
          <p:nvPr/>
        </p:nvSpPr>
        <p:spPr>
          <a:xfrm>
            <a:off x="2019796" y="5757513"/>
            <a:ext cx="3646" cy="466431"/>
          </a:xfrm>
          <a:prstGeom prst="line">
            <a:avLst/>
          </a:prstGeom>
          <a:noFill/>
          <a:ln w="11430">
            <a:solidFill>
              <a:srgbClr val="BFD1E2"/>
            </a:solidFill>
            <a:prstDash val="solid"/>
          </a:ln>
        </p:spPr>
      </p:sp>
      <p:sp>
        <p:nvSpPr>
          <p:cNvPr id="72" name="Text 54"/>
          <p:cNvSpPr/>
          <p:nvPr/>
        </p:nvSpPr>
        <p:spPr>
          <a:xfrm>
            <a:off x="2347922" y="5757513"/>
            <a:ext cx="8640645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研究方案、核心算法和实验验证已完成；后续聚焦论文质量与答辩交付</a:t>
            </a:r>
            <a:endParaRPr lang="en-US" sz="1950" dirty="0"/>
          </a:p>
        </p:txBody>
      </p:sp>
      <p:pic>
        <p:nvPicPr>
          <p:cNvPr id="73" name="Image 16" descr="footer_info_ico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33344" y="6486312"/>
            <a:ext cx="262501" cy="262368"/>
          </a:xfrm>
          <a:prstGeom prst="rect">
            <a:avLst/>
          </a:prstGeom>
        </p:spPr>
      </p:pic>
      <p:sp>
        <p:nvSpPr>
          <p:cNvPr id="74" name="Text 55"/>
          <p:cNvSpPr/>
          <p:nvPr/>
        </p:nvSpPr>
        <p:spPr>
          <a:xfrm>
            <a:off x="4739594" y="6457160"/>
            <a:ext cx="3303133" cy="30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7777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采用阶段表达，不虚构具体日期</a:t>
            </a:r>
            <a:endParaRPr lang="en-US" sz="1350" dirty="0"/>
          </a:p>
        </p:txBody>
      </p:sp>
      <p:sp>
        <p:nvSpPr>
          <p:cNvPr id="75" name="Text 56"/>
          <p:cNvSpPr/>
          <p:nvPr/>
        </p:nvSpPr>
        <p:spPr>
          <a:xfrm>
            <a:off x="9770856" y="6668512"/>
            <a:ext cx="2005213" cy="87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来源：S1:p20；进度状态依据用户补充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基于分层强化学习的FMCW雷达抗干扰策略优化</dc:title>
  <dc:subject>研究生中期答辩</dc:subject>
  <dc:creator>林渠</dc:creator>
  <cp:lastModifiedBy>林渠</cp:lastModifiedBy>
  <cp:revision>1</cp:revision>
  <dcterms:created xsi:type="dcterms:W3CDTF">2026-07-23T09:46:54Z</dcterms:created>
  <dcterms:modified xsi:type="dcterms:W3CDTF">2026-07-23T09:46:54Z</dcterms:modified>
</cp:coreProperties>
</file>