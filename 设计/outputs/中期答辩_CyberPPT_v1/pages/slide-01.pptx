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86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53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qu/Desktop/毕业设计/outputs/中期答辩_CyberPPT_v1/assets/slide-01-technical-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723" y="276972"/>
            <a:ext cx="9420972" cy="62958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471" y="1566916"/>
            <a:ext cx="58201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kern="0" spc="55" dirty="0">
                <a:solidFill>
                  <a:srgbClr val="001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基于分层强化学习的</a:t>
            </a:r>
            <a:endParaRPr lang="en-US" sz="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4786" y="2361804"/>
            <a:ext cx="7443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820" b="1" kern="0" spc="25" dirty="0">
                <a:solidFill>
                  <a:srgbClr val="00152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FMCW雷达抗干扰策略优化</a:t>
            </a:r>
            <a:endParaRPr lang="en-US" sz="4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29417" y="3309031"/>
            <a:ext cx="437540" cy="5102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7232" y="3331159"/>
            <a:ext cx="6863944" cy="10973"/>
          </a:xfrm>
          <a:prstGeom prst="rect">
            <a:avLst/>
          </a:prstGeom>
          <a:solidFill>
            <a:srgbClr val="C9CDD1"/>
          </a:solidFill>
          <a:ln w="12700">
            <a:solidFill>
              <a:srgbClr val="C9CDD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732" y="3628979"/>
            <a:ext cx="2414199" cy="36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kern="0" spc="30" dirty="0" err="1">
                <a:solidFill>
                  <a:srgbClr val="123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毕业设计中期答辩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9417" y="4642500"/>
            <a:ext cx="153162" cy="15307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7869" y="4562307"/>
            <a:ext cx="1531620" cy="30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汇报人：林渠</a:t>
            </a:r>
            <a:endParaRPr lang="en-US" sz="16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7076" y="6486296"/>
            <a:ext cx="11260836" cy="14539"/>
          </a:xfrm>
          <a:prstGeom prst="rect">
            <a:avLst/>
          </a:prstGeom>
          <a:solidFill>
            <a:srgbClr val="8DA3BA"/>
          </a:solidFill>
          <a:ln w="12700">
            <a:solidFill>
              <a:srgbClr val="8DA3BA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4299" y="6464442"/>
            <a:ext cx="58339" cy="58339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6464442"/>
            <a:ext cx="65654" cy="58339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Macintosh PowerPoint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基于分层强化学习的FMCW雷达抗干扰策略优化</dc:title>
  <dc:subject>研究生中期答辩</dc:subject>
  <dc:creator>林渠</dc:creator>
  <cp:lastModifiedBy>linqu</cp:lastModifiedBy>
  <cp:revision>2</cp:revision>
  <dcterms:created xsi:type="dcterms:W3CDTF">2026-07-23T06:53:03Z</dcterms:created>
  <dcterms:modified xsi:type="dcterms:W3CDTF">2026-07-23T08:52:36Z</dcterms:modified>
</cp:coreProperties>
</file>