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56"/>
    <p:restoredTop sz="96286"/>
  </p:normalViewPr>
  <p:slideViewPr>
    <p:cSldViewPr snapToGrid="0" snapToObjects="1">
      <p:cViewPr varScale="1">
        <p:scale>
          <a:sx n="122" d="100"/>
          <a:sy n="122" d="100"/>
        </p:scale>
        <p:origin x="5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37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54"/>
          <p:cNvSpPr/>
          <p:nvPr/>
        </p:nvSpPr>
        <p:spPr>
          <a:xfrm>
            <a:off x="6766683" y="1974048"/>
            <a:ext cx="2982299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682300" y="1974048"/>
            <a:ext cx="2778132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21864"/>
            <a:ext cx="670835" cy="4008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5000" y="72880"/>
            <a:ext cx="33541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96884" y="123896"/>
            <a:ext cx="406146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75022" y="123896"/>
            <a:ext cx="2683340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研究内容｜研究问题与技术路线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15416"/>
            <a:ext cx="12104195" cy="2186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230" y="561175"/>
            <a:ext cx="9041688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90B0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研究核心是同时解决时间尺度分离、结构信息缺失和动态探索效率问题</a:t>
            </a:r>
            <a:endParaRPr lang="en-US" sz="2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84381" y="932863"/>
            <a:ext cx="7408351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35A6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以物理机理为基础，沿“建模—执行—认知—验证”形成完整技术路线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60005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925005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93345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4958345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7102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8152102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88546" y="3723423"/>
            <a:ext cx="6314598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81254" y="3606818"/>
            <a:ext cx="14583" cy="13118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8561" y="3606814"/>
            <a:ext cx="14583" cy="13118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5857" y="2104542"/>
            <a:ext cx="14583" cy="201148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6481" y="2104542"/>
            <a:ext cx="123959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36481" y="4101451"/>
            <a:ext cx="123959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60440" y="2875611"/>
            <a:ext cx="131250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10077107" y="2833341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53307" y="5471987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3528307" y="5429717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8522" y="5471987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6583523" y="5429717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4156" y="5471987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9419156" y="5429717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292" y="2163536"/>
            <a:ext cx="37916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证据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82292" y="3009787"/>
            <a:ext cx="37916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回应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0210" y="1405584"/>
            <a:ext cx="2515631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43" name="Image 0" descr="time_header_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377" y="1456600"/>
            <a:ext cx="313542" cy="31338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51045" y="1485752"/>
            <a:ext cx="169896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时间尺度矛盾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48960" y="1974048"/>
            <a:ext cx="2778132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0210" y="2054216"/>
            <a:ext cx="25156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逐chirp决策为50 μs级；稳定干扰模式需跨数十个chirp观察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48960" y="2841764"/>
            <a:ext cx="2778132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48" name="Image 1" descr="time_response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170" y="2972948"/>
            <a:ext cx="444793" cy="444567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193473" y="2883114"/>
            <a:ext cx="2172921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分层分时决策：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上层低频场景判断，下层高频动作执行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3813551" y="1405584"/>
            <a:ext cx="2515631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51" name="Image 2" descr="structure_header_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7718" y="1456600"/>
            <a:ext cx="313542" cy="313384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484385" y="1485752"/>
            <a:ext cx="169896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结构信息缺失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3813551" y="2054216"/>
            <a:ext cx="25156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单一SINR无法说明频域或时域哪一维更有优化空间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Shape 50"/>
          <p:cNvSpPr/>
          <p:nvPr/>
        </p:nvSpPr>
        <p:spPr>
          <a:xfrm>
            <a:off x="3682300" y="2841764"/>
            <a:ext cx="2778132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56" name="Image 3" descr="structure_response_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29696" y="2984433"/>
            <a:ext cx="444793" cy="444567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4216304" y="2872604"/>
            <a:ext cx="2172921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结构语义重建</a:t>
            </a: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构建12维场景语义特征，补足干扰结构信息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6897933" y="1405584"/>
            <a:ext cx="2719798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59" name="Image 4" descr="exploration_header_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02100" y="1456600"/>
            <a:ext cx="313542" cy="313384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7568768" y="1485752"/>
            <a:ext cx="190312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动态探索低效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6897933" y="2054216"/>
            <a:ext cx="2719798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9维联合空间在环境突变后需重新试错，探索成本高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6766683" y="2841764"/>
            <a:ext cx="2982299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64" name="Image 5" descr="exploration_response_icon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24362" y="2972948"/>
            <a:ext cx="444793" cy="444567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7305614" y="2853856"/>
            <a:ext cx="2402988" cy="688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元策略引导</a:t>
            </a: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引导动作子空间与探索方向，减少环境突变后的无效试错</a:t>
            </a:r>
            <a:endParaRPr 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2384381" y="4021960"/>
            <a:ext cx="5928139" cy="626767"/>
          </a:xfrm>
          <a:prstGeom prst="roundRect">
            <a:avLst/>
          </a:prstGeom>
          <a:solidFill>
            <a:srgbClr val="FCFAF5">
              <a:alpha val="0"/>
            </a:srgbClr>
          </a:solidFill>
          <a:ln w="15240">
            <a:solidFill>
              <a:srgbClr val="12355B"/>
            </a:solidFill>
            <a:prstDash val="solid"/>
          </a:ln>
        </p:spPr>
      </p:sp>
      <p:pic>
        <p:nvPicPr>
          <p:cNvPr id="67" name="Image 6" descr="framework_icon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05215" y="4087552"/>
            <a:ext cx="510418" cy="488295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3317716" y="4182295"/>
            <a:ext cx="267604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分层强化学习抗干扰框架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Shape 60"/>
          <p:cNvSpPr/>
          <p:nvPr/>
        </p:nvSpPr>
        <p:spPr>
          <a:xfrm>
            <a:off x="6103139" y="4094840"/>
            <a:ext cx="14583" cy="451855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>
            <a:off x="6329182" y="4113059"/>
            <a:ext cx="1873963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分层缓解时间尺度矛盾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12维语义补足结构信息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元策略提升动态探索效率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Shape 62"/>
          <p:cNvSpPr/>
          <p:nvPr/>
        </p:nvSpPr>
        <p:spPr>
          <a:xfrm>
            <a:off x="10222941" y="1000529"/>
            <a:ext cx="1786463" cy="3775180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2" name="Text 63"/>
          <p:cNvSpPr/>
          <p:nvPr/>
        </p:nvSpPr>
        <p:spPr>
          <a:xfrm>
            <a:off x="10222941" y="1022393"/>
            <a:ext cx="1786463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en-US" sz="14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Shape 64"/>
          <p:cNvSpPr/>
          <p:nvPr/>
        </p:nvSpPr>
        <p:spPr>
          <a:xfrm>
            <a:off x="10222941" y="1299337"/>
            <a:ext cx="1786463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0259399" y="2347574"/>
            <a:ext cx="1677087" cy="14576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0259399" y="3533833"/>
            <a:ext cx="1677087" cy="14576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pic>
        <p:nvPicPr>
          <p:cNvPr id="76" name="Image 7" descr="performance_icon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39608" y="1452385"/>
            <a:ext cx="401043" cy="400840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10850025" y="1525955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性能与稳定性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Text 68"/>
          <p:cNvSpPr/>
          <p:nvPr/>
        </p:nvSpPr>
        <p:spPr>
          <a:xfrm>
            <a:off x="10385334" y="1727522"/>
            <a:ext cx="1585636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联合时频抗干扰性能提升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策略稳定收敛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9" name="Image 8" descr="recovery_icon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39608" y="2524865"/>
            <a:ext cx="401043" cy="400840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10850025" y="2598437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突变恢复速度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" name="Text 70"/>
          <p:cNvSpPr/>
          <p:nvPr/>
        </p:nvSpPr>
        <p:spPr>
          <a:xfrm>
            <a:off x="10367395" y="2830388"/>
            <a:ext cx="1487504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缩短策略恢复时间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降低恢复期性能损失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3" name="Text 71"/>
          <p:cNvSpPr/>
          <p:nvPr/>
        </p:nvSpPr>
        <p:spPr>
          <a:xfrm>
            <a:off x="10850025" y="3791984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可解释性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Text 72"/>
          <p:cNvSpPr/>
          <p:nvPr/>
        </p:nvSpPr>
        <p:spPr>
          <a:xfrm>
            <a:off x="10367395" y="4151683"/>
            <a:ext cx="1518049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决策路径可追溯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物理机理与策略一致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工程实时性另行评估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Shape 73"/>
          <p:cNvSpPr/>
          <p:nvPr/>
        </p:nvSpPr>
        <p:spPr>
          <a:xfrm>
            <a:off x="247050" y="5181925"/>
            <a:ext cx="510418" cy="64863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247050" y="5181925"/>
            <a:ext cx="510418" cy="64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技术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路线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7" name="Shape 75"/>
          <p:cNvSpPr/>
          <p:nvPr/>
        </p:nvSpPr>
        <p:spPr>
          <a:xfrm>
            <a:off x="859551" y="4970574"/>
            <a:ext cx="2450006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88" name="Image 10" descr="modeling_icon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5486" y="5295283"/>
            <a:ext cx="473959" cy="663207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1312503" y="5109019"/>
            <a:ext cx="1888547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物理机理与POMDP建模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0" name="Text 77"/>
          <p:cNvSpPr/>
          <p:nvPr/>
        </p:nvSpPr>
        <p:spPr>
          <a:xfrm>
            <a:off x="1388199" y="5427367"/>
            <a:ext cx="1863050" cy="70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相干干扰机理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状态、动作与奖励定义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物理约束与部分可观测建模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1" name="Shape 78"/>
          <p:cNvSpPr/>
          <p:nvPr/>
        </p:nvSpPr>
        <p:spPr>
          <a:xfrm>
            <a:off x="3666849" y="4970574"/>
            <a:ext cx="2705215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92" name="Image 11" descr="execution_icon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717917" y="5261930"/>
            <a:ext cx="473959" cy="663207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4297806" y="5094469"/>
            <a:ext cx="1931429" cy="335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Double DQN+GRU执行层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4" name="Text 80"/>
          <p:cNvSpPr/>
          <p:nvPr/>
        </p:nvSpPr>
        <p:spPr>
          <a:xfrm>
            <a:off x="4309990" y="5350100"/>
            <a:ext cx="1966501" cy="8160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逐chirp动作生成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Q值过估计抑制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时序记忆与在线更新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" name="Shape 81"/>
          <p:cNvSpPr/>
          <p:nvPr/>
        </p:nvSpPr>
        <p:spPr>
          <a:xfrm>
            <a:off x="6714773" y="4970574"/>
            <a:ext cx="2441908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96" name="Image 12" descr="cognition_icon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84912" y="5261930"/>
            <a:ext cx="473959" cy="663207"/>
          </a:xfrm>
          <a:prstGeom prst="rect">
            <a:avLst/>
          </a:prstGeom>
        </p:spPr>
      </p:pic>
      <p:sp>
        <p:nvSpPr>
          <p:cNvPr id="97" name="Text 82"/>
          <p:cNvSpPr/>
          <p:nvPr/>
        </p:nvSpPr>
        <p:spPr>
          <a:xfrm>
            <a:off x="7258871" y="5122582"/>
            <a:ext cx="1560420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Meta-RF元控制器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Text 83"/>
          <p:cNvSpPr/>
          <p:nvPr/>
        </p:nvSpPr>
        <p:spPr>
          <a:xfrm>
            <a:off x="7288874" y="5207522"/>
            <a:ext cx="1813955" cy="103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12维场景语义表征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动作子空间与探索方向引导</a:t>
            </a:r>
            <a:endParaRPr lang="en-US" sz="110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非平稳干扰快速迁移</a:t>
            </a:r>
            <a:endParaRPr lang="en-US" sz="110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" name="Shape 84"/>
          <p:cNvSpPr/>
          <p:nvPr/>
        </p:nvSpPr>
        <p:spPr>
          <a:xfrm>
            <a:off x="9535823" y="4970574"/>
            <a:ext cx="2216672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100" name="Image 13" descr="validation_icon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33872" y="5257988"/>
            <a:ext cx="473959" cy="663207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10084651" y="5130746"/>
            <a:ext cx="1458337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多场景实验验证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" name="Text 86"/>
          <p:cNvSpPr/>
          <p:nvPr/>
        </p:nvSpPr>
        <p:spPr>
          <a:xfrm>
            <a:off x="10184783" y="5349549"/>
            <a:ext cx="1458337" cy="78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静态性能与扩展性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收敛性与动态突变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泛化能力综合评估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9" name="图形 108" descr="大脑 纯色填充">
            <a:extLst>
              <a:ext uri="{FF2B5EF4-FFF2-40B4-BE49-F238E27FC236}">
                <a16:creationId xmlns:a16="http://schemas.microsoft.com/office/drawing/2014/main" id="{841D357E-A3B2-CE58-824B-FFA1B6F148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261963" y="3647681"/>
            <a:ext cx="518186" cy="518186"/>
          </a:xfrm>
          <a:prstGeom prst="rect">
            <a:avLst/>
          </a:prstGeom>
        </p:spPr>
      </p:pic>
      <p:sp>
        <p:nvSpPr>
          <p:cNvPr id="110" name="下箭头 109">
            <a:extLst>
              <a:ext uri="{FF2B5EF4-FFF2-40B4-BE49-F238E27FC236}">
                <a16:creationId xmlns:a16="http://schemas.microsoft.com/office/drawing/2014/main" id="{FB4E4720-2815-A7EA-3C5E-696990C50C32}"/>
              </a:ext>
            </a:extLst>
          </p:cNvPr>
          <p:cNvSpPr/>
          <p:nvPr/>
        </p:nvSpPr>
        <p:spPr>
          <a:xfrm>
            <a:off x="4958345" y="3791984"/>
            <a:ext cx="244276" cy="149395"/>
          </a:xfrm>
          <a:prstGeom prst="downArrow">
            <a:avLst/>
          </a:prstGeom>
          <a:solidFill>
            <a:srgbClr val="0B34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132</Words>
  <Application>Microsoft Macintosh PowerPoint</Application>
  <PresentationFormat>宽屏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5</cp:revision>
  <dcterms:created xsi:type="dcterms:W3CDTF">2026-07-23T07:43:08Z</dcterms:created>
  <dcterms:modified xsi:type="dcterms:W3CDTF">2026-07-23T09:36:32Z</dcterms:modified>
</cp:coreProperties>
</file>