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63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IVORY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CFAF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CFAF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qu/Desktop/毕业设计/outputs/中期答辩_CyberPPT_v1/assets/slide-01-technical-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723" y="276972"/>
            <a:ext cx="9420972" cy="62958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2841" y="1537746"/>
            <a:ext cx="5820156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kern="0" spc="10" dirty="0">
                <a:solidFill>
                  <a:srgbClr val="0015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00156" y="2369119"/>
            <a:ext cx="7340803" cy="663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kern="0" spc="10" dirty="0">
                <a:solidFill>
                  <a:srgbClr val="0015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FMCW雷达抗干扰策略优化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22102" y="3301716"/>
            <a:ext cx="393832" cy="6556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23158" y="3331159"/>
            <a:ext cx="6908018" cy="0"/>
          </a:xfrm>
          <a:prstGeom prst="line">
            <a:avLst/>
          </a:prstGeom>
          <a:noFill/>
          <a:ln w="9525">
            <a:solidFill>
              <a:srgbClr val="C9CD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786" y="3643518"/>
            <a:ext cx="2414199" cy="36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3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研究生中期答辩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14786" y="4635185"/>
            <a:ext cx="153162" cy="15307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0554" y="4576846"/>
            <a:ext cx="1531620" cy="30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汇报人：林渠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7076" y="6486296"/>
            <a:ext cx="11260836" cy="0"/>
          </a:xfrm>
          <a:prstGeom prst="line">
            <a:avLst/>
          </a:prstGeom>
          <a:noFill/>
          <a:ln w="8255">
            <a:solidFill>
              <a:srgbClr val="5E7E9F">
                <a:alpha val="7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760" y="6457127"/>
            <a:ext cx="72969" cy="7287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97919" y="6457127"/>
            <a:ext cx="72969" cy="7287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CFAF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宽屏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PingFang SC</vt:lpstr>
      <vt:lpstr>Arial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linqu</cp:lastModifiedBy>
  <cp:revision>1</cp:revision>
  <dcterms:created xsi:type="dcterms:W3CDTF">2026-07-23T06:29:50Z</dcterms:created>
  <dcterms:modified xsi:type="dcterms:W3CDTF">2026-07-23T06:35:55Z</dcterms:modified>
</cp:coreProperties>
</file>